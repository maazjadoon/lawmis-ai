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LAWMIS 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A85E"/>
                </a:solidFill>
              </a:rPr>
              <a:t>Generated: 29 June 2026, 12:25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License &amp; Workshop Management Information System — Analytics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📋 Workshops Register (Quetta) (Page 1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Workshop 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Al-Arif Workshop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City Arif Emission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City Khalid Emission Lab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Modern Shahid Garage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National Ahmed Auto Workshop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National Hamza Garage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New Danish Motors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New Usman Service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Adnan Auto Care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Star Noman Motors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📋 Workshops Register (Quetta) (Page 2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Workshop 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Star Zubair Motors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