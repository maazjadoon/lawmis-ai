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73152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LAWMIS 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A85E"/>
                </a:solidFill>
              </a:rPr>
              <a:t>Generated: 29 June 2026, 14:44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License &amp; Workshop Management Information System — Analytics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📋 Workshops Register (Page 1 of 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Workshop Name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District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Created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New Imran Motors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KHI-WS-0001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Karachi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Karachi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2023-04-03T15:00:00+05:00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Al-Fahad Emission 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SKR-WS-0001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Sukkur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Sukkur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2023-02-08T12:00:00+05:00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Standard Hamza Engineering Works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KHZ-WS-0001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2022-10-25T14:00:00+05:00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Prime Waqas Emission 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LHR-WS-0001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2024-05-19T14:00:00+05:00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Prime Usman Emission Lab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KHZ-WS-0002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2023-05-21T17:00:00+05:00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City Khalid Emission 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2023-04-04T16:00:00+05:00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Green Tariq Auto Care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HYD-WS-0001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Hyderabad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Hyderabad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2022-03-17T14:00:00+05:00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City Adnan Engineering 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ABT-WS-0001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Abbottabad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Abbottabad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2024-06-22T13:00:00+05:00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Green Hamza Auto Service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KHZ-WS-0003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2024-06-01T14:00:00+05:00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Prime Ghulam Auto Workshop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SKT-WS-0001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Sialkot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Sialkot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2022-03-19T15:00:00+05:00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📋 Workshops Register (Page 2 of 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Workshop Name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District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Created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Green Ali Auto Service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KHI-WS-0002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Karachi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Karachi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2024-05-06T17:00:00+05:00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Standard Noman Garage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KHZ-WS-0004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2023-07-07T16:00:00+05:00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Royal Zubair Service Center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SGD-WS-0001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Sargodha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Sargodha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2023-12-19T10:00:00+05:00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Green Ahmed Service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KHI-WS-0003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Karachi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Karachi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2023-03-12T09:00:00+05:00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National Waqas Emission Lab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MRD-WS-0001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Mardan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Mardan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2023-05-04T10:00:00+05:00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Royal Khalid Engineering 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LHR-WS-0002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2024-01-16T17:00:00+05:00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Royal Danish Workshop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MLT-WS-0001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Multan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Multan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2023-05-18T15:00:00+05:00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Green Rashid Auto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SWT-WS-0001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Swat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Swat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2023-10-08T12:00:00+05:00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Star Shahid Garage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MRD-WS-0002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Mardan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Mardan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2022-08-04T14:00:00+05:00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Al-Hassan Workshop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KHI-WS-0004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Karachi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Karachi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2022-05-20T16:00:00+05:00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📋 Workshops Register (Page 3 of 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Workshop Name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District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Created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Prime Rizwan Auto Care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KHZ-WS-0005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2023-04-13T15:00:00+05:00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New Naveed Engineering 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MRD-WS-0003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Mardan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Mardan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2023-06-17T12:00:00+05:00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City Abdul Emission Lab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SKT-WS-0002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Sialkot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Sialkot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2024-06-19T11:00:00+05:00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Al-Raja Emission 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SGD-WS-0002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Sargodha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Sargodha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2022-09-28T17:00:00+05:00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Prime Yasir Emission Lab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TBT-WS-0001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Turbat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Turbat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2022-11-19T09:00:00+05:00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New Kamran Garage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ABT-WS-0002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Abbottabad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Abbottabad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2023-05-12T14:00:00+05:00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National Hamza Garage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QTA-WS-0002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2024-05-17T14:00:00+05:00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Al-Ali Auto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SWT-WS-0002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Swat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Swat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2022-09-16T11:00:00+05:00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New Umair Engineering Works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SWT-WS-0003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Swat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Swat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2023-10-28T09:00:00+05:00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New Arif Auto Workshop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KHZ-WS-0006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2023-12-25T10:00:00+05:00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📋 Workshops Register (Page 4 of 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Workshop Name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District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Created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Al-Rizwan Workshop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MLT-WS-0002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Multan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Multan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2023-04-23T15:00:00+05:00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Al-Zubair Garage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MRD-WS-0004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Mardan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Mardan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2023-02-14T09:00:00+05:00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Green Naveed Engineering Works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TBT-WS-0002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Turbat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Turbat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2024-02-03T13:00:00+05:00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Modern Hamza Testing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FSD-WS-0001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Faisalabad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Faisalabad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2023-03-29T12:00:00+05:00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Al-Raja Motors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KHI-WS-0005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Karachi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Karachi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2022-05-28T13:00:00+05:00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Al-Arif Workshop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2022-08-02T14:00:00+05:00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City Umair Workshop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LRK-WS-0001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Larkana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Larkana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2023-10-25T17:00:00+05:00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Prime Faisal Garage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LRK-WS-0002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Larkana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Larkana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2022-11-26T11:00:00+05:00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National Hamza Emission Lab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ABT-WS-0003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Abbottabad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Abbottabad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2023-11-20T14:00:00+05:00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Modern Ghulam Auto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SKR-WS-0002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Sukkur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Sukkur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2023-09-25T15:00:00+05:00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2E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📋 Workshops Register (Page 5 of 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Workshop Name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District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Created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Green Noman Motors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TBT-WS-0003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Turbat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Turbat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2023-02-18T14:00:00+05:00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Standard Junaid Auto Workshop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LHR-WS-0003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2024-03-10T13:00:00+05:00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Royal Yasir Garage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TBT-WS-0004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Turbat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Turbat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2023-12-08T14:00:00+05:00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Prime Adnan Auto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QTA-WS-0004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Quetta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2022-09-02T09:00:00+05:00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Prime Bilal Auto Workshop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LHR-WS-0004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Lahore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Lahore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2022-08-04T15:00:00+05:00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Prime Salman Service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SKT-WS-0003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Sialkot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Sialkot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2022-05-03T15:00:00+05:00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Star Tariq Garage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HYD-WS-0002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Hyderabad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Hyderabad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2023-08-23T17:00:00+05:00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Al-Iqbal Engineering 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KHZ-WS-0007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Khuzdar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2022-10-25T11:00:00+05:00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Prime Aamir Auto Care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SWT-WS-0004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Swat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Swat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2023-11-24T10:00:00+05:00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Star Zafar Testing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GRW-WS-0001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Gujranwala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Gujranwala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B2A4A"/>
                          </a:solidFill>
                        </a:rPr>
                        <a:t>2024-05-12T13:00:00+05:00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