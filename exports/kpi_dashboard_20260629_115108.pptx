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LAWMIS 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A85E"/>
                </a:solidFill>
              </a:rPr>
              <a:t>Generated: 29 June 2026, 11:51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License &amp; Workshop Management Information System — Analytics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🏭  Workshops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Total Workshops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Rejected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Approved This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New This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📄  Licenses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Total Licenses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Expired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Expiring in 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Renewal Count (Total)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💰  Payments &amp;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Total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PKR 1002500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Revenue This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PKR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Paid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Pending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Average 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PKR 10025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🚗  Emission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Tests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47230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Pass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48.9%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Failure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15.7%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Unique Vehicles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500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⭐  RTA Inspections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Total Inspections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Avg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39.7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Follow-up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🏙️  Top Cities by Workshop Count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Workshop Count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Turbat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Lahore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📈  Monthly Trends (Last 6 Months)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New Workshops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Emission Tests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Jan 2026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Mar 2026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May 2026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Jun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